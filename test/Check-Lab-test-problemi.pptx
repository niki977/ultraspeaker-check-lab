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Apertura: presentarsi e raccontare il caso in 30 secondi.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file:///C:/Users/Relatore/Videos/Caso_03.mp4" TargetMode="External"/><Relationship Id="rId3" Type="http://schemas.openxmlformats.org/officeDocument/2006/relationships/video" Target="file:///C:/Users/Relatore/Videos/Caso_03.mp4" TargetMode="Externa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ov"/><Relationship Id="rId3" Type="http://schemas.openxmlformats.org/officeDocument/2006/relationships/video" Target="../media/media2.mov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Statistiche.xlsx" TargetMode="External"/><Relationship Id="rId3" Type="http://schemas.openxmlformats.org/officeDocument/2006/relationships/hyperlink" Target="https://www.example.org/linee-guid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latin typeface="Gotham Rounded"/>
              </a:rPr>
              <a:t>Implantologia digitale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latin typeface="Avenir Next"/>
              </a:rPr>
              <a:t>Dal caso clinico al flusso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latin typeface="Arial"/>
              </a:rPr>
              <a:t>Video del caso (collegato)</a:t>
            </a:r>
          </a:p>
        </p:txBody>
      </p:sp>
      <p:pic>
        <p:nvPicPr>
          <p:cNvPr id="3" name="v1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463040"/>
            <a:ext cx="8229600" cy="4626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o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latin typeface="Arial"/>
              </a:rPr>
              <a:t>Video ProRes dal montaggio</a:t>
            </a:r>
          </a:p>
        </p:txBody>
      </p:sp>
      <p:pic>
        <p:nvPicPr>
          <p:cNvPr id="3" name="v4-prores.mo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463040"/>
            <a:ext cx="8229600" cy="4626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latin typeface="Arial"/>
              </a:rPr>
              <a:t>Slide riservata (nascosta)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latin typeface="Arial"/>
                <a:hlinkClick r:id="rId2"/>
              </a:rPr>
              <a:t>Dati completi nel file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latin typeface="Arial"/>
                <a:hlinkClick r:id="rId3"/>
              </a:rPr>
              <a:t>Linee guida online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latin typeface="Arial"/>
              </a:rPr>
              <a:t>Grazie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